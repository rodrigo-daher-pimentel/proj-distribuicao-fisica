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"/>
  </p:notesMasterIdLst>
  <p:sldIdLst>
    <p:sldId id="257" r:id="rId2"/>
  </p:sldIdLst>
  <p:sldSz cx="9144000" cy="5143500" type="screen16x9"/>
  <p:notesSz cx="6858000" cy="9144000"/>
  <p:embeddedFontLst>
    <p:embeddedFont>
      <p:font typeface="Roboto" panose="020B0604020202020204" charset="0"/>
      <p:regular r:id="rId4"/>
      <p:bold r:id="rId5"/>
      <p:italic r:id="rId6"/>
      <p:boldItalic r:id="rId7"/>
    </p:embeddedFont>
    <p:embeddedFont>
      <p:font typeface="Trebuchet MS" panose="020B0603020202020204" pitchFamily="3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DF4B22F-762A-4586-9D92-FD2D019B2D55}">
  <a:tblStyle styleId="{8DF4B22F-762A-4586-9D92-FD2D019B2D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1643c85ae5_0_102:notes"/>
          <p:cNvSpPr txBox="1">
            <a:spLocks noGrp="1"/>
          </p:cNvSpPr>
          <p:nvPr>
            <p:ph type="body" idx="1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21643c85ae5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e conteúdo">
  <p:cSld name="1_Título e conteúdo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6819509" y="47586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70000" lnSpcReduction="20000"/>
          </a:bodyPr>
          <a:lstStyle>
            <a:lvl1pPr marL="0" lvl="0" indent="0" algn="r" rtl="0">
              <a:spcBef>
                <a:spcPts val="0"/>
              </a:spcBef>
              <a:buNone/>
              <a:defRPr sz="2000" b="1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r" rtl="0">
              <a:spcBef>
                <a:spcPts val="0"/>
              </a:spcBef>
              <a:buNone/>
              <a:defRPr sz="2000" b="1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r" rtl="0">
              <a:spcBef>
                <a:spcPts val="0"/>
              </a:spcBef>
              <a:buNone/>
              <a:defRPr sz="2000" b="1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r" rtl="0">
              <a:spcBef>
                <a:spcPts val="0"/>
              </a:spcBef>
              <a:buNone/>
              <a:defRPr sz="2000" b="1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r" rtl="0">
              <a:spcBef>
                <a:spcPts val="0"/>
              </a:spcBef>
              <a:buNone/>
              <a:defRPr sz="2000" b="1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r" rtl="0">
              <a:spcBef>
                <a:spcPts val="0"/>
              </a:spcBef>
              <a:buNone/>
              <a:defRPr sz="2000" b="1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r" rtl="0">
              <a:spcBef>
                <a:spcPts val="0"/>
              </a:spcBef>
              <a:buNone/>
              <a:defRPr sz="2000" b="1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r" rtl="0">
              <a:spcBef>
                <a:spcPts val="0"/>
              </a:spcBef>
              <a:buNone/>
              <a:defRPr sz="2000" b="1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r" rtl="0">
              <a:spcBef>
                <a:spcPts val="0"/>
              </a:spcBef>
              <a:buNone/>
              <a:defRPr sz="2000" b="1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107501" y="48125"/>
            <a:ext cx="10767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B5394"/>
                </a:solidFill>
              </a:rPr>
              <a:t>PITCH</a:t>
            </a:r>
            <a:endParaRPr sz="1000" b="1">
              <a:solidFill>
                <a:srgbClr val="0B5394"/>
              </a:solidFill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841000" y="71225"/>
            <a:ext cx="7455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[Nome do Projeto]</a:t>
            </a:r>
            <a:endParaRPr sz="2200" b="1" i="1">
              <a:solidFill>
                <a:srgbClr val="0B539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72941" y="4912800"/>
            <a:ext cx="35277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B5394"/>
                </a:solidFill>
              </a:rPr>
              <a:t>Project Model Canvas Adaptado </a:t>
            </a:r>
            <a:endParaRPr sz="1200">
              <a:solidFill>
                <a:srgbClr val="0B5394"/>
              </a:solidFill>
            </a:endParaRPr>
          </a:p>
        </p:txBody>
      </p:sp>
      <p:graphicFrame>
        <p:nvGraphicFramePr>
          <p:cNvPr id="99" name="Google Shape;99;p15"/>
          <p:cNvGraphicFramePr/>
          <p:nvPr/>
        </p:nvGraphicFramePr>
        <p:xfrm>
          <a:off x="1184200" y="363475"/>
          <a:ext cx="7071000" cy="4533050"/>
        </p:xfrm>
        <a:graphic>
          <a:graphicData uri="http://schemas.openxmlformats.org/drawingml/2006/table">
            <a:tbl>
              <a:tblPr>
                <a:noFill/>
                <a:tableStyleId>{8DF4B22F-762A-4586-9D92-FD2D019B2D55}</a:tableStyleId>
              </a:tblPr>
              <a:tblGrid>
                <a:gridCol w="131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5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0B5394"/>
                          </a:solidFill>
                        </a:rPr>
                        <a:t>POR QUÊ?</a:t>
                      </a:r>
                      <a:endParaRPr b="1">
                        <a:solidFill>
                          <a:srgbClr val="0B539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0B5394"/>
                          </a:solidFill>
                        </a:rPr>
                        <a:t>O QUE?</a:t>
                      </a:r>
                      <a:endParaRPr b="1">
                        <a:solidFill>
                          <a:srgbClr val="0B539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0B5394"/>
                          </a:solidFill>
                        </a:rPr>
                        <a:t>QUEM?</a:t>
                      </a:r>
                      <a:endParaRPr b="1">
                        <a:solidFill>
                          <a:srgbClr val="0B539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0B5394"/>
                          </a:solidFill>
                        </a:rPr>
                        <a:t>COMO?</a:t>
                      </a:r>
                      <a:endParaRPr b="1">
                        <a:solidFill>
                          <a:srgbClr val="0B539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0B5394"/>
                          </a:solidFill>
                        </a:rPr>
                        <a:t>Motivação</a:t>
                      </a:r>
                      <a:endParaRPr b="1">
                        <a:solidFill>
                          <a:srgbClr val="0B5394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solidFill>
                          <a:srgbClr val="0B539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0B5394"/>
                          </a:solidFill>
                        </a:rPr>
                        <a:t>Solução Proposta</a:t>
                      </a:r>
                      <a:endParaRPr b="1">
                        <a:solidFill>
                          <a:srgbClr val="0B5394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solidFill>
                          <a:srgbClr val="0B5394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0B539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0B5394"/>
                          </a:solidFill>
                        </a:rPr>
                        <a:t>Stakeholders</a:t>
                      </a:r>
                      <a:endParaRPr b="1">
                        <a:solidFill>
                          <a:srgbClr val="0B5394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solidFill>
                          <a:srgbClr val="0B539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0B5394"/>
                          </a:solidFill>
                        </a:rPr>
                        <a:t>Ações</a:t>
                      </a:r>
                      <a:endParaRPr b="1">
                        <a:solidFill>
                          <a:srgbClr val="0B5394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solidFill>
                          <a:srgbClr val="0B5394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solidFill>
                          <a:srgbClr val="0B5394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solidFill>
                          <a:srgbClr val="0B5394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b="1">
                        <a:solidFill>
                          <a:srgbClr val="0B539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7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0B5394"/>
                          </a:solidFill>
                        </a:rPr>
                        <a:t>Objetivo</a:t>
                      </a:r>
                      <a:endParaRPr b="1">
                        <a:solidFill>
                          <a:srgbClr val="0B5394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0B539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8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0B5394"/>
                          </a:solidFill>
                        </a:rPr>
                        <a:t>Benefícios</a:t>
                      </a:r>
                      <a:endParaRPr b="1">
                        <a:solidFill>
                          <a:srgbClr val="0B5394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solidFill>
                          <a:srgbClr val="0B5394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0B539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0B5394"/>
                          </a:solidFill>
                        </a:rPr>
                        <a:t>Equipe do Projeto</a:t>
                      </a:r>
                      <a:endParaRPr b="1">
                        <a:solidFill>
                          <a:srgbClr val="0B5394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solidFill>
                          <a:srgbClr val="0B5394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>
                        <a:solidFill>
                          <a:srgbClr val="0B5394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On-screen Show (16:9)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Roboto</vt:lpstr>
      <vt:lpstr>Arial</vt:lpstr>
      <vt:lpstr>Trebuchet MS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 Zerpini Mecler</dc:creator>
  <cp:lastModifiedBy>Davi Zerpini Mecler</cp:lastModifiedBy>
  <cp:revision>1</cp:revision>
  <dcterms:modified xsi:type="dcterms:W3CDTF">2023-10-01T21:39:44Z</dcterms:modified>
</cp:coreProperties>
</file>