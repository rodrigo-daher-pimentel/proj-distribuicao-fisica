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Roboto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F4B22F-762A-4586-9D92-FD2D019B2D55}">
  <a:tblStyle styleId="{8DF4B22F-762A-4586-9D92-FD2D019B2D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1643c85a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1643c85a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Levantamento de Dados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Pesquisa Científica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Revisão da literatura - identificar trabalhos feitos relacionados ao tema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Quantificação dos aparelhos de ar condicionado (</a:t>
            </a:r>
            <a:r>
              <a:rPr lang="en">
                <a:solidFill>
                  <a:schemeClr val="dk1"/>
                </a:solidFill>
              </a:rPr>
              <a:t>do total da universidade e o total para o projeto)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Tarefas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Quais/Qtas salas serão feita a coleta?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Número de aparelhos e volume médio de água produzido?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total de água coletado?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Coleta da água (para o projeto)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Tarefas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Definição dos equipamentos para coleta?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Definição dos horários para coleta?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Definição do armazenamento dessa água?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Coletar água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Estimativa de custos para coleta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Quantificação da demanda de água pelos laboratórios (do total da universidade e o total para o projeto)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Tarefas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Quais/Qtos laboratórios utilizam água destilada?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Volume de água utilizada/semana?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Estimativa de gastos com compra de água destilada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1.3 Prototipação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Análise da água coletada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Tarefas: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% de Poluentes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Quais poluentes?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Tratamento da água coletada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Destilação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Filtragem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Decantação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Armazenamento da água produzida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Definição do envase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Armazenar a água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Estimativa de custos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Distribuição da água produzida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Para quem será distribuída?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Definição de meio de transporte?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Quem será o responsável pela distribuição?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1.4 MVP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Viabilidade do uso da água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água é suficiente para suprir a demanda?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água produzida está dentro das conformidades?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Viabilidade econômica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produção dessa água reduz custos para universidade?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Analisar concorrentes?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1.5 Conclusões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Métricas/Indicadores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de água coletada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de água produzida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% Redução de custos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Efetividade do processo de tratamento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% resíduos produzidos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de Riscos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Gestão do resíduo produzido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Descarte/Reutilização do material utilizado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Variabilidade da oferta e da demanda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Trabalhos Futuros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os alunos identifique oportunidades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>
            <a:stCxn id="57" idx="2"/>
            <a:endCxn id="58" idx="0"/>
          </p:cNvCxnSpPr>
          <p:nvPr/>
        </p:nvCxnSpPr>
        <p:spPr>
          <a:xfrm rot="-5400000" flipH="1">
            <a:off x="5545000" y="-839800"/>
            <a:ext cx="985200" cy="35613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9" name="Google Shape;59;p14"/>
          <p:cNvCxnSpPr>
            <a:stCxn id="60" idx="0"/>
            <a:endCxn id="57" idx="2"/>
          </p:cNvCxnSpPr>
          <p:nvPr/>
        </p:nvCxnSpPr>
        <p:spPr>
          <a:xfrm rot="-5400000">
            <a:off x="2047750" y="-752650"/>
            <a:ext cx="1008300" cy="34104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1" name="Google Shape;61;p14"/>
          <p:cNvCxnSpPr>
            <a:stCxn id="57" idx="2"/>
            <a:endCxn id="62" idx="0"/>
          </p:cNvCxnSpPr>
          <p:nvPr/>
        </p:nvCxnSpPr>
        <p:spPr>
          <a:xfrm rot="-5400000" flipH="1">
            <a:off x="3855700" y="849500"/>
            <a:ext cx="10023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14"/>
          <p:cNvCxnSpPr>
            <a:stCxn id="64" idx="0"/>
            <a:endCxn id="57" idx="2"/>
          </p:cNvCxnSpPr>
          <p:nvPr/>
        </p:nvCxnSpPr>
        <p:spPr>
          <a:xfrm rot="-5400000">
            <a:off x="2965250" y="165050"/>
            <a:ext cx="1008600" cy="1575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7" name="Google Shape;57;p14"/>
          <p:cNvSpPr txBox="1"/>
          <p:nvPr/>
        </p:nvSpPr>
        <p:spPr>
          <a:xfrm>
            <a:off x="1110100" y="109550"/>
            <a:ext cx="62937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Projeto (...)</a:t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77650" y="1456700"/>
            <a:ext cx="1538100" cy="338700"/>
          </a:xfrm>
          <a:prstGeom prst="rect">
            <a:avLst/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1.1 - Gestão de Projetos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7182513" y="1433563"/>
            <a:ext cx="1271700" cy="338700"/>
          </a:xfrm>
          <a:prstGeom prst="rect">
            <a:avLst/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687625" y="1450550"/>
            <a:ext cx="1538100" cy="338700"/>
          </a:xfrm>
          <a:prstGeom prst="rect">
            <a:avLst/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1.3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913000" y="1456850"/>
            <a:ext cx="1538100" cy="338700"/>
          </a:xfrm>
          <a:prstGeom prst="rect">
            <a:avLst/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1.2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" name="Google Shape;65;p14"/>
          <p:cNvCxnSpPr>
            <a:stCxn id="66" idx="1"/>
            <a:endCxn id="60" idx="2"/>
          </p:cNvCxnSpPr>
          <p:nvPr/>
        </p:nvCxnSpPr>
        <p:spPr>
          <a:xfrm rot="10800000">
            <a:off x="846800" y="1795400"/>
            <a:ext cx="148200" cy="4419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6" name="Google Shape;66;p14"/>
          <p:cNvSpPr txBox="1"/>
          <p:nvPr/>
        </p:nvSpPr>
        <p:spPr>
          <a:xfrm>
            <a:off x="995000" y="2067950"/>
            <a:ext cx="9180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1.1.1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995000" y="2632150"/>
            <a:ext cx="9180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1.1.2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" name="Google Shape;68;p14"/>
          <p:cNvCxnSpPr>
            <a:stCxn id="67" idx="1"/>
            <a:endCxn id="60" idx="2"/>
          </p:cNvCxnSpPr>
          <p:nvPr/>
        </p:nvCxnSpPr>
        <p:spPr>
          <a:xfrm rot="10800000">
            <a:off x="846800" y="1795300"/>
            <a:ext cx="148200" cy="10062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995000" y="3196350"/>
            <a:ext cx="9180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" name="Google Shape;70;p14"/>
          <p:cNvCxnSpPr>
            <a:stCxn id="69" idx="1"/>
            <a:endCxn id="60" idx="2"/>
          </p:cNvCxnSpPr>
          <p:nvPr/>
        </p:nvCxnSpPr>
        <p:spPr>
          <a:xfrm rot="10800000">
            <a:off x="846800" y="1795500"/>
            <a:ext cx="148200" cy="15702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1" name="Google Shape;71;p14"/>
          <p:cNvCxnSpPr>
            <a:stCxn id="72" idx="1"/>
            <a:endCxn id="64" idx="2"/>
          </p:cNvCxnSpPr>
          <p:nvPr/>
        </p:nvCxnSpPr>
        <p:spPr>
          <a:xfrm rot="10800000">
            <a:off x="2682025" y="1795525"/>
            <a:ext cx="118800" cy="9993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" name="Google Shape;72;p14"/>
          <p:cNvSpPr txBox="1"/>
          <p:nvPr/>
        </p:nvSpPr>
        <p:spPr>
          <a:xfrm>
            <a:off x="2800825" y="2625475"/>
            <a:ext cx="13926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" name="Google Shape;73;p14"/>
          <p:cNvCxnSpPr>
            <a:stCxn id="74" idx="1"/>
            <a:endCxn id="62" idx="2"/>
          </p:cNvCxnSpPr>
          <p:nvPr/>
        </p:nvCxnSpPr>
        <p:spPr>
          <a:xfrm rot="10800000">
            <a:off x="4456613" y="1789400"/>
            <a:ext cx="183000" cy="5064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4" name="Google Shape;74;p14"/>
          <p:cNvSpPr txBox="1"/>
          <p:nvPr/>
        </p:nvSpPr>
        <p:spPr>
          <a:xfrm>
            <a:off x="4639613" y="2126450"/>
            <a:ext cx="12717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1.3.1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680988" y="2626975"/>
            <a:ext cx="12717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4"/>
          <p:cNvCxnSpPr>
            <a:stCxn id="75" idx="1"/>
            <a:endCxn id="62" idx="2"/>
          </p:cNvCxnSpPr>
          <p:nvPr/>
        </p:nvCxnSpPr>
        <p:spPr>
          <a:xfrm rot="10800000">
            <a:off x="4456588" y="1789225"/>
            <a:ext cx="224400" cy="10071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" name="Google Shape;77;p14"/>
          <p:cNvCxnSpPr>
            <a:stCxn id="57" idx="2"/>
            <a:endCxn id="78" idx="0"/>
          </p:cNvCxnSpPr>
          <p:nvPr/>
        </p:nvCxnSpPr>
        <p:spPr>
          <a:xfrm rot="-5400000" flipH="1">
            <a:off x="4729450" y="-24250"/>
            <a:ext cx="1002300" cy="1947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4"/>
          <p:cNvSpPr txBox="1"/>
          <p:nvPr/>
        </p:nvSpPr>
        <p:spPr>
          <a:xfrm>
            <a:off x="5620475" y="1450550"/>
            <a:ext cx="1167300" cy="338700"/>
          </a:xfrm>
          <a:prstGeom prst="rect">
            <a:avLst/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1.4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stCxn id="80" idx="1"/>
            <a:endCxn id="78" idx="2"/>
          </p:cNvCxnSpPr>
          <p:nvPr/>
        </p:nvCxnSpPr>
        <p:spPr>
          <a:xfrm rot="10800000">
            <a:off x="6204213" y="1789250"/>
            <a:ext cx="153300" cy="5835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" name="Google Shape;80;p14"/>
          <p:cNvSpPr txBox="1"/>
          <p:nvPr/>
        </p:nvSpPr>
        <p:spPr>
          <a:xfrm>
            <a:off x="6357513" y="2203400"/>
            <a:ext cx="9180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1.4.1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6357513" y="2709578"/>
            <a:ext cx="918000" cy="3387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" name="Google Shape;82;p14"/>
          <p:cNvCxnSpPr>
            <a:stCxn id="81" idx="1"/>
            <a:endCxn id="78" idx="2"/>
          </p:cNvCxnSpPr>
          <p:nvPr/>
        </p:nvCxnSpPr>
        <p:spPr>
          <a:xfrm rot="10800000">
            <a:off x="6204213" y="1789328"/>
            <a:ext cx="153300" cy="10896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" name="Google Shape;83;p14"/>
          <p:cNvCxnSpPr>
            <a:stCxn id="84" idx="1"/>
            <a:endCxn id="58" idx="2"/>
          </p:cNvCxnSpPr>
          <p:nvPr/>
        </p:nvCxnSpPr>
        <p:spPr>
          <a:xfrm rot="10800000">
            <a:off x="7818463" y="1772188"/>
            <a:ext cx="181500" cy="5289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4" name="Google Shape;84;p14"/>
          <p:cNvSpPr txBox="1"/>
          <p:nvPr/>
        </p:nvSpPr>
        <p:spPr>
          <a:xfrm>
            <a:off x="7999963" y="2131738"/>
            <a:ext cx="9813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7999963" y="2669270"/>
            <a:ext cx="9813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[...]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" name="Google Shape;86;p14"/>
          <p:cNvCxnSpPr>
            <a:stCxn id="85" idx="1"/>
            <a:endCxn id="58" idx="2"/>
          </p:cNvCxnSpPr>
          <p:nvPr/>
        </p:nvCxnSpPr>
        <p:spPr>
          <a:xfrm rot="10800000">
            <a:off x="7818463" y="1772120"/>
            <a:ext cx="181500" cy="10665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7" name="Google Shape;87;p14"/>
          <p:cNvSpPr txBox="1"/>
          <p:nvPr/>
        </p:nvSpPr>
        <p:spPr>
          <a:xfrm>
            <a:off x="2800825" y="1999525"/>
            <a:ext cx="1392600" cy="338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1.2.1</a:t>
            </a:r>
            <a:endParaRPr sz="1000"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88;p14"/>
          <p:cNvCxnSpPr>
            <a:stCxn id="87" idx="1"/>
            <a:endCxn id="64" idx="2"/>
          </p:cNvCxnSpPr>
          <p:nvPr/>
        </p:nvCxnSpPr>
        <p:spPr>
          <a:xfrm rot="10800000">
            <a:off x="2682025" y="1795675"/>
            <a:ext cx="118800" cy="373200"/>
          </a:xfrm>
          <a:prstGeom prst="bentConnector2">
            <a:avLst/>
          </a:prstGeom>
          <a:noFill/>
          <a:ln w="19050" cap="flat" cmpd="sng">
            <a:solidFill>
              <a:srgbClr val="C2C2C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14"/>
          <p:cNvSpPr txBox="1"/>
          <p:nvPr/>
        </p:nvSpPr>
        <p:spPr>
          <a:xfrm>
            <a:off x="7590325" y="78800"/>
            <a:ext cx="7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517050" y="1456838"/>
            <a:ext cx="65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</a:t>
            </a:r>
            <a:r>
              <a:rPr lang="en" sz="1000"/>
              <a:t>ível 2</a:t>
            </a:r>
            <a:endParaRPr sz="1000"/>
          </a:p>
        </p:txBody>
      </p:sp>
      <p:sp>
        <p:nvSpPr>
          <p:cNvPr id="91" name="Google Shape;91;p14"/>
          <p:cNvSpPr txBox="1"/>
          <p:nvPr/>
        </p:nvSpPr>
        <p:spPr>
          <a:xfrm>
            <a:off x="145750" y="2625463"/>
            <a:ext cx="65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</a:t>
            </a:r>
            <a:r>
              <a:rPr lang="en" sz="1000"/>
              <a:t>ível 3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On-screen Show (16:9)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 Zerpini Mecler</dc:creator>
  <cp:lastModifiedBy>Davi Zerpini Mecler</cp:lastModifiedBy>
  <cp:revision>1</cp:revision>
  <dcterms:modified xsi:type="dcterms:W3CDTF">2023-09-05T11:16:34Z</dcterms:modified>
</cp:coreProperties>
</file>