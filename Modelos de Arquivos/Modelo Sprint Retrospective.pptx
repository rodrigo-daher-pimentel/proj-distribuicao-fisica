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F4B22F-762A-4586-9D92-FD2D019B2D55}">
  <a:tblStyle styleId="{8DF4B22F-762A-4586-9D92-FD2D019B2D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81F-B23B-4FCC-A80B-54D660EE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6" y="0"/>
            <a:ext cx="1898100" cy="379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AED2-47B4-42FE-A195-05FCB72E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56" y="1152475"/>
            <a:ext cx="2791718" cy="3416400"/>
          </a:xfrm>
          <a:ln>
            <a:solidFill>
              <a:schemeClr val="tx1"/>
            </a:solidFill>
            <a:prstDash val="dashDot"/>
          </a:ln>
        </p:spPr>
        <p:txBody>
          <a:bodyPr/>
          <a:lstStyle/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que 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equipe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fez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39799B-FABE-47E3-B8E9-2EF91AC0FA62}"/>
              </a:ext>
            </a:extLst>
          </p:cNvPr>
          <p:cNvSpPr txBox="1">
            <a:spLocks/>
          </p:cNvSpPr>
          <p:nvPr/>
        </p:nvSpPr>
        <p:spPr>
          <a:xfrm>
            <a:off x="3408218" y="379320"/>
            <a:ext cx="2327564" cy="3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 err="1"/>
              <a:t>Divisão</a:t>
            </a:r>
            <a:r>
              <a:rPr lang="en-US" sz="2000" dirty="0"/>
              <a:t> de </a:t>
            </a:r>
            <a:r>
              <a:rPr lang="en-US" sz="2000" dirty="0" err="1"/>
              <a:t>Tarefas</a:t>
            </a:r>
            <a:endParaRPr lang="en-US" sz="20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1F4DCD-39A4-4944-8C1A-A449F2EE77D4}"/>
              </a:ext>
            </a:extLst>
          </p:cNvPr>
          <p:cNvSpPr txBox="1">
            <a:spLocks/>
          </p:cNvSpPr>
          <p:nvPr/>
        </p:nvSpPr>
        <p:spPr>
          <a:xfrm>
            <a:off x="3176141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que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poderia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feito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melhor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forma?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43B07F-70C3-42AF-9A0D-0D63B4C57E69}"/>
              </a:ext>
            </a:extLst>
          </p:cNvPr>
          <p:cNvSpPr txBox="1">
            <a:spLocks/>
          </p:cNvSpPr>
          <p:nvPr/>
        </p:nvSpPr>
        <p:spPr>
          <a:xfrm>
            <a:off x="6179126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 algn="ctr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Quais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ações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podem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realizadas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pelo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grupo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melhorar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99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81F-B23B-4FCC-A80B-54D660EE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6" y="0"/>
            <a:ext cx="1898100" cy="379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AED2-47B4-42FE-A195-05FCB72E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56" y="1152475"/>
            <a:ext cx="2791718" cy="3416400"/>
          </a:xfrm>
          <a:ln>
            <a:solidFill>
              <a:schemeClr val="tx1"/>
            </a:solidFill>
            <a:prstDash val="dashDot"/>
          </a:ln>
        </p:spPr>
        <p:txBody>
          <a:bodyPr/>
          <a:lstStyle/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que 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equipe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fez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39799B-FABE-47E3-B8E9-2EF91AC0FA62}"/>
              </a:ext>
            </a:extLst>
          </p:cNvPr>
          <p:cNvSpPr txBox="1">
            <a:spLocks/>
          </p:cNvSpPr>
          <p:nvPr/>
        </p:nvSpPr>
        <p:spPr>
          <a:xfrm>
            <a:off x="2452253" y="189660"/>
            <a:ext cx="4475020" cy="3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Comunicação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entre 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 com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professores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monitores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1F4DCD-39A4-4944-8C1A-A449F2EE77D4}"/>
              </a:ext>
            </a:extLst>
          </p:cNvPr>
          <p:cNvSpPr txBox="1">
            <a:spLocks/>
          </p:cNvSpPr>
          <p:nvPr/>
        </p:nvSpPr>
        <p:spPr>
          <a:xfrm>
            <a:off x="3176141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 que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poderia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feito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forma?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43B07F-70C3-42AF-9A0D-0D63B4C57E69}"/>
              </a:ext>
            </a:extLst>
          </p:cNvPr>
          <p:cNvSpPr txBox="1">
            <a:spLocks/>
          </p:cNvSpPr>
          <p:nvPr/>
        </p:nvSpPr>
        <p:spPr>
          <a:xfrm>
            <a:off x="6179126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Quais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ações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realizadas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pelo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grupo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para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melhorar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1970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81F-B23B-4FCC-A80B-54D660EE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6" y="0"/>
            <a:ext cx="1898100" cy="379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AED2-47B4-42FE-A195-05FCB72E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56" y="1152475"/>
            <a:ext cx="2791718" cy="3416400"/>
          </a:xfrm>
          <a:ln>
            <a:solidFill>
              <a:schemeClr val="tx1"/>
            </a:solidFill>
            <a:prstDash val="dashDot"/>
          </a:ln>
        </p:spPr>
        <p:txBody>
          <a:bodyPr/>
          <a:lstStyle/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que 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equipe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fez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39799B-FABE-47E3-B8E9-2EF91AC0FA62}"/>
              </a:ext>
            </a:extLst>
          </p:cNvPr>
          <p:cNvSpPr txBox="1">
            <a:spLocks/>
          </p:cNvSpPr>
          <p:nvPr/>
        </p:nvSpPr>
        <p:spPr>
          <a:xfrm>
            <a:off x="2452253" y="189660"/>
            <a:ext cx="4475020" cy="3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Confecção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do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Relatório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1F4DCD-39A4-4944-8C1A-A449F2EE77D4}"/>
              </a:ext>
            </a:extLst>
          </p:cNvPr>
          <p:cNvSpPr txBox="1">
            <a:spLocks/>
          </p:cNvSpPr>
          <p:nvPr/>
        </p:nvSpPr>
        <p:spPr>
          <a:xfrm>
            <a:off x="3176141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 que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poderia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feito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forma?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43B07F-70C3-42AF-9A0D-0D63B4C57E69}"/>
              </a:ext>
            </a:extLst>
          </p:cNvPr>
          <p:cNvSpPr txBox="1">
            <a:spLocks/>
          </p:cNvSpPr>
          <p:nvPr/>
        </p:nvSpPr>
        <p:spPr>
          <a:xfrm>
            <a:off x="6179126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Quais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ações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realizadas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pelo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grupo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para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melhorar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703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81F-B23B-4FCC-A80B-54D660EE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6" y="0"/>
            <a:ext cx="1898100" cy="379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AED2-47B4-42FE-A195-05FCB72E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56" y="1152475"/>
            <a:ext cx="2791718" cy="3416400"/>
          </a:xfrm>
          <a:ln>
            <a:solidFill>
              <a:schemeClr val="tx1"/>
            </a:solidFill>
            <a:prstDash val="dashDot"/>
          </a:ln>
        </p:spPr>
        <p:txBody>
          <a:bodyPr/>
          <a:lstStyle/>
          <a:p>
            <a:pPr marL="139700" indent="0" algn="ctr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que 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equipe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fez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39799B-FABE-47E3-B8E9-2EF91AC0FA62}"/>
              </a:ext>
            </a:extLst>
          </p:cNvPr>
          <p:cNvSpPr txBox="1">
            <a:spLocks/>
          </p:cNvSpPr>
          <p:nvPr/>
        </p:nvSpPr>
        <p:spPr>
          <a:xfrm>
            <a:off x="2452253" y="189660"/>
            <a:ext cx="4475020" cy="3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Confecção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Apresentação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1F4DCD-39A4-4944-8C1A-A449F2EE77D4}"/>
              </a:ext>
            </a:extLst>
          </p:cNvPr>
          <p:cNvSpPr txBox="1">
            <a:spLocks/>
          </p:cNvSpPr>
          <p:nvPr/>
        </p:nvSpPr>
        <p:spPr>
          <a:xfrm>
            <a:off x="3176141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 que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poderia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feito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forma?</a:t>
            </a:r>
            <a:endParaRPr lang="en-US" noProof="0" dirty="0">
              <a:solidFill>
                <a:srgbClr val="000000">
                  <a:lumMod val="95000"/>
                  <a:lumOff val="5000"/>
                </a:srgbClr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43B07F-70C3-42AF-9A0D-0D63B4C57E69}"/>
              </a:ext>
            </a:extLst>
          </p:cNvPr>
          <p:cNvSpPr txBox="1">
            <a:spLocks/>
          </p:cNvSpPr>
          <p:nvPr/>
        </p:nvSpPr>
        <p:spPr>
          <a:xfrm>
            <a:off x="6179126" y="1152475"/>
            <a:ext cx="2791718" cy="34164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Quais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ações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podem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ser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realizadas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pelo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grupo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para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melhorar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0526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132</Words>
  <Application>Microsoft Office PowerPoint</Application>
  <PresentationFormat>On-screen Show (16:9)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Sprint Retrospective</vt:lpstr>
      <vt:lpstr>Sprint Retrospective</vt:lpstr>
      <vt:lpstr>Sprint Retrospective</vt:lpstr>
      <vt:lpstr>Sprint 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 Zerpini Mecler</dc:creator>
  <cp:lastModifiedBy>Marcello Congro Dias da Silva</cp:lastModifiedBy>
  <cp:revision>6</cp:revision>
  <dcterms:modified xsi:type="dcterms:W3CDTF">2026-02-11T18:02:46Z</dcterms:modified>
</cp:coreProperties>
</file>