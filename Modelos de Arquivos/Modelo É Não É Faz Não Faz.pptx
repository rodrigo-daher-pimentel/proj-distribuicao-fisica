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2B7B2-75BC-4B90-B777-826BCFE3B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F148A9-7D38-4BD5-8BA3-5FD34F471B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09650-CA41-43AB-82D9-B8265EF7B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60B9-F66A-47E8-9F94-F22556308DEE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3B3B6-EF3B-4113-A8C0-B27BE9696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02407-8440-4FFB-B7E8-DEF8796A0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233-AB6F-4B98-98A3-C84C79876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5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F0EA-19B7-4D80-BCFE-72E77E2C2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D29DE-50B6-449F-83F5-B4D818672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4D123-A4AC-4C5E-936B-6B81BF692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60B9-F66A-47E8-9F94-F22556308DEE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9C436-8697-4AD4-9C5E-0CDAFEFC4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AB825-A20B-4885-87CD-1124C7D61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233-AB6F-4B98-98A3-C84C79876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77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F7822-945A-461A-B7AC-930A4EDCC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F0138-EF08-4224-BCDC-D5E65FEDB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59786-85F1-4BF5-8B10-A0527C984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60B9-F66A-47E8-9F94-F22556308DEE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4432B-4113-4573-B1DB-1DE6741C6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3C3BC-62C5-4E16-9615-1ED2B3CC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233-AB6F-4B98-98A3-C84C79876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897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7F426-C36C-4065-A397-6AA2C84A3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8D13C-8CF0-480B-8CC8-052275422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2FBD6A-0939-4AB5-B1BA-0D2F047BC8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07A471-4822-4EB7-B2D9-494A09C02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60B9-F66A-47E8-9F94-F22556308DEE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EBA20-63CB-42BD-98B8-C290186CF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053246-634F-4E9C-992C-0F7A54F9D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233-AB6F-4B98-98A3-C84C79876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0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3AE26-C23A-44A5-9DB6-E7FEA3186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F0625-E6B7-4F5F-980E-86A68718B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980BB-D3DF-4E61-A5AF-01B57F7335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4B9421-FA06-43CD-AF89-D6EF2F747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9F4057-01F3-4FAB-912C-D40ECE6DF6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653847-444D-4F12-B979-516E5773F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60B9-F66A-47E8-9F94-F22556308DEE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92FFE8-0962-4A3D-A331-51D6BF5E6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F5E987-8BEF-4788-82EB-CFDD77E79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233-AB6F-4B98-98A3-C84C79876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562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EB1F9-D331-4548-8E0D-728FAE5F3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38B51-5620-495B-A3E3-FF5887848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60B9-F66A-47E8-9F94-F22556308DEE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BD435-B674-4E6B-A1C7-568751B62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51DB34-A0D7-4D39-B214-B3C487AE4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233-AB6F-4B98-98A3-C84C79876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13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ECE035-D480-4632-8807-B25B144DD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60B9-F66A-47E8-9F94-F22556308DEE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1FC770-5531-4353-845F-C50EF6050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D104D-E6EA-4BC0-945B-A4C994BD8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233-AB6F-4B98-98A3-C84C79876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34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441FA-027D-47F2-80E3-B13D17F24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B2190-C012-43BB-A0E7-59E99F2FB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A3B586-8637-4C42-85F1-BD2FCB17E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30830-9D2D-4CB5-8A15-2E167410F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60B9-F66A-47E8-9F94-F22556308DEE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D4DF9-FE6D-49F4-97A5-877DEF637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A31959-1BE0-4EFD-97E0-CBF4994F4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233-AB6F-4B98-98A3-C84C79876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848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13319-54AE-4E3F-9717-D6EBDE22D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D0111B-7797-4D28-A9C9-B5C6800025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C52A1-F31B-48E7-89ED-6B2409C65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23832E-1E23-408F-942C-CE0EA1E6A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60B9-F66A-47E8-9F94-F22556308DEE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830E6-D85D-46AB-8330-628623933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69CBA-5042-4564-971D-F0D7B9BA9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233-AB6F-4B98-98A3-C84C79876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40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590C-B68D-412F-AC26-6994BF227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FD71C-84F1-4EBD-979B-F71E43ECC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C4B75-37EB-4699-89B2-68D59958D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60B9-F66A-47E8-9F94-F22556308DEE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BC189-9C85-46F1-A1F2-BA1C8E22C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E2D29-5B7A-4357-A7A5-86B0972BF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233-AB6F-4B98-98A3-C84C79876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314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9AB987-A506-49AF-A260-2553A12252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CDE48-60B5-4978-AA3E-5C48A8A14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34E81-060B-489A-9482-3608F8158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C60B9-F66A-47E8-9F94-F22556308DEE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1F02B-6C8E-4E8C-8D18-EE5329894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A10FF-398F-45DB-AF22-6D1943C11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CC233-AB6F-4B98-98A3-C84C79876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940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8C8276-5BE8-4160-A366-78CFA6AC4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B54F6-9D7E-45EA-BF35-7DCB129B9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2CF91-C99D-4766-A361-BAEDD39F8F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C60B9-F66A-47E8-9F94-F22556308DEE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E5A1C-7AEF-4CF6-9387-3AB819CBC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64340-F29A-4320-953B-EBF0BD9E3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CC233-AB6F-4B98-98A3-C84C79876D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E97E26-1914-4F0B-AF91-153D86EDBA65}"/>
              </a:ext>
            </a:extLst>
          </p:cNvPr>
          <p:cNvSpPr/>
          <p:nvPr/>
        </p:nvSpPr>
        <p:spPr>
          <a:xfrm>
            <a:off x="0" y="0"/>
            <a:ext cx="6096000" cy="3429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/>
              <a:t>É:</a:t>
            </a:r>
          </a:p>
          <a:p>
            <a:pPr marL="342900" indent="-342900">
              <a:buFontTx/>
              <a:buChar char="-"/>
            </a:pPr>
            <a:r>
              <a:rPr lang="en-US" sz="2400" dirty="0" err="1"/>
              <a:t>Exemplo</a:t>
            </a:r>
            <a:r>
              <a:rPr lang="en-US" sz="2400" dirty="0"/>
              <a:t> 1</a:t>
            </a:r>
          </a:p>
          <a:p>
            <a:pPr marL="342900" indent="-342900">
              <a:buFontTx/>
              <a:buChar char="-"/>
            </a:pPr>
            <a:r>
              <a:rPr lang="en-US" sz="2400" dirty="0" err="1"/>
              <a:t>Exemplo</a:t>
            </a:r>
            <a:r>
              <a:rPr lang="en-US" sz="2400" dirty="0"/>
              <a:t> 2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0E01C2-BE7F-4EFD-9E20-02BE3267ABA9}"/>
              </a:ext>
            </a:extLst>
          </p:cNvPr>
          <p:cNvSpPr/>
          <p:nvPr/>
        </p:nvSpPr>
        <p:spPr>
          <a:xfrm>
            <a:off x="6096000" y="0"/>
            <a:ext cx="6096000" cy="3429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/>
              <a:t>Não É:</a:t>
            </a:r>
          </a:p>
          <a:p>
            <a:pPr marL="342900" indent="-342900">
              <a:buFontTx/>
              <a:buChar char="-"/>
            </a:pPr>
            <a:r>
              <a:rPr lang="en-US" sz="2400" dirty="0" err="1"/>
              <a:t>Exemplo</a:t>
            </a:r>
            <a:r>
              <a:rPr lang="en-US" sz="2400" dirty="0"/>
              <a:t> 1</a:t>
            </a:r>
          </a:p>
          <a:p>
            <a:pPr marL="342900" indent="-342900">
              <a:buFontTx/>
              <a:buChar char="-"/>
            </a:pPr>
            <a:r>
              <a:rPr lang="en-US" sz="2400" dirty="0" err="1"/>
              <a:t>Exemplo</a:t>
            </a:r>
            <a:r>
              <a:rPr lang="en-US" sz="2400" dirty="0"/>
              <a:t> 2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…</a:t>
            </a:r>
          </a:p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72A223-4C22-4AE9-852B-FDA1761AD6D8}"/>
              </a:ext>
            </a:extLst>
          </p:cNvPr>
          <p:cNvSpPr/>
          <p:nvPr/>
        </p:nvSpPr>
        <p:spPr>
          <a:xfrm>
            <a:off x="0" y="3420611"/>
            <a:ext cx="6096000" cy="342900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75000"/>
                  <a:shade val="30000"/>
                  <a:satMod val="115000"/>
                </a:schemeClr>
              </a:gs>
              <a:gs pos="50000">
                <a:schemeClr val="accent6">
                  <a:lumMod val="75000"/>
                  <a:shade val="67500"/>
                  <a:satMod val="115000"/>
                </a:schemeClr>
              </a:gs>
              <a:gs pos="100000">
                <a:schemeClr val="accent6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 err="1"/>
              <a:t>Faz</a:t>
            </a:r>
            <a:r>
              <a:rPr lang="en-US" sz="2400" dirty="0"/>
              <a:t>:</a:t>
            </a:r>
          </a:p>
          <a:p>
            <a:pPr marL="342900" indent="-342900">
              <a:buFontTx/>
              <a:buChar char="-"/>
            </a:pPr>
            <a:r>
              <a:rPr lang="en-US" sz="2400" dirty="0" err="1"/>
              <a:t>Exemplo</a:t>
            </a:r>
            <a:r>
              <a:rPr lang="en-US" sz="2400" dirty="0"/>
              <a:t> 1</a:t>
            </a:r>
          </a:p>
          <a:p>
            <a:pPr marL="342900" indent="-342900">
              <a:buFontTx/>
              <a:buChar char="-"/>
            </a:pPr>
            <a:r>
              <a:rPr lang="en-US" sz="2400" dirty="0" err="1"/>
              <a:t>Exemplo</a:t>
            </a:r>
            <a:r>
              <a:rPr lang="en-US" sz="2400" dirty="0"/>
              <a:t> 2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…</a:t>
            </a:r>
          </a:p>
          <a:p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1449FC-DDC4-404E-ABC5-B9B8CBAB030C}"/>
              </a:ext>
            </a:extLst>
          </p:cNvPr>
          <p:cNvSpPr/>
          <p:nvPr/>
        </p:nvSpPr>
        <p:spPr>
          <a:xfrm>
            <a:off x="6096000" y="3420611"/>
            <a:ext cx="6096000" cy="3429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75000"/>
                  <a:shade val="30000"/>
                  <a:satMod val="115000"/>
                </a:schemeClr>
              </a:gs>
              <a:gs pos="50000">
                <a:schemeClr val="accent4">
                  <a:lumMod val="75000"/>
                  <a:shade val="67500"/>
                  <a:satMod val="115000"/>
                </a:schemeClr>
              </a:gs>
              <a:gs pos="100000">
                <a:schemeClr val="accent4">
                  <a:lumMod val="7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/>
              <a:t>Não </a:t>
            </a:r>
            <a:r>
              <a:rPr lang="en-US" sz="2400" dirty="0" err="1"/>
              <a:t>Faz</a:t>
            </a:r>
            <a:r>
              <a:rPr lang="en-US" sz="2400" dirty="0"/>
              <a:t>:</a:t>
            </a:r>
          </a:p>
          <a:p>
            <a:pPr marL="342900" indent="-342900">
              <a:buFontTx/>
              <a:buChar char="-"/>
            </a:pPr>
            <a:r>
              <a:rPr lang="en-US" sz="2400" dirty="0" err="1"/>
              <a:t>Exemplo</a:t>
            </a:r>
            <a:r>
              <a:rPr lang="en-US" sz="2400" dirty="0"/>
              <a:t> 1</a:t>
            </a:r>
          </a:p>
          <a:p>
            <a:pPr marL="342900" indent="-342900">
              <a:buFontTx/>
              <a:buChar char="-"/>
            </a:pPr>
            <a:r>
              <a:rPr lang="en-US" sz="2400" dirty="0" err="1"/>
              <a:t>Exemplo</a:t>
            </a:r>
            <a:r>
              <a:rPr lang="en-US" sz="2400" dirty="0"/>
              <a:t> 2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…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51405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30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 Zerpini Mecler</dc:creator>
  <cp:lastModifiedBy>Davi Zerpini Mecler</cp:lastModifiedBy>
  <cp:revision>2</cp:revision>
  <dcterms:created xsi:type="dcterms:W3CDTF">2024-04-26T19:00:25Z</dcterms:created>
  <dcterms:modified xsi:type="dcterms:W3CDTF">2024-04-26T19:29:13Z</dcterms:modified>
</cp:coreProperties>
</file>